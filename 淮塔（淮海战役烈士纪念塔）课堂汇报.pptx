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淮塔（淮海战役烈士纪念塔）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课堂汇报</a:t>
            </a:r>
          </a:p>
          <a:p>
            <a:r>
              <a:t>汇报人：________</a:t>
            </a:r>
          </a:p>
          <a:p>
            <a:r>
              <a:t>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淮塔是什么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全称：淮海战役烈士纪念塔</a:t>
            </a:r>
          </a:p>
          <a:p>
            <a:pPr/>
            <a:r>
              <a:t>地点：江苏省徐州市</a:t>
            </a:r>
          </a:p>
          <a:p>
            <a:pPr/>
            <a:r>
              <a:t>定位：纪念先烈的革命纪念地与城市地标</a:t>
            </a:r>
          </a:p>
          <a:p>
            <a:pPr/>
            <a:r>
              <a:t>核心主题：铭记淮海战役历史与英雄精神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历史背景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淮海战役是解放战争三大战役之一</a:t>
            </a:r>
          </a:p>
          <a:p>
            <a:pPr/>
            <a:r>
              <a:t>为缅怀在战役中牺牲的烈士而建设淮塔</a:t>
            </a:r>
          </a:p>
          <a:p>
            <a:pPr/>
            <a:r>
              <a:t>淮塔承载徐州与全国共同的红色记忆</a:t>
            </a:r>
          </a:p>
          <a:p>
            <a:pPr/>
            <a:r>
              <a:t>见证人民战争与军民团结的历史力量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建筑特色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整体形态挺拔庄重，纪念性强</a:t>
            </a:r>
          </a:p>
          <a:p>
            <a:pPr/>
            <a:r>
              <a:t>塔体、基座、浮雕等构成完整纪念空间</a:t>
            </a:r>
          </a:p>
          <a:p>
            <a:pPr/>
            <a:r>
              <a:t>材质与线条强调肃穆、稳重、永恒</a:t>
            </a:r>
          </a:p>
          <a:p>
            <a:pPr/>
            <a:r>
              <a:t>视觉上体现“纪念丰碑”象征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纪念意义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缅怀淮海战役英烈，致敬牺牲奉献</a:t>
            </a:r>
          </a:p>
          <a:p>
            <a:pPr/>
            <a:r>
              <a:t>强化“铭记历史、珍爱和平”的公共记忆</a:t>
            </a:r>
          </a:p>
          <a:p>
            <a:pPr/>
            <a:r>
              <a:t>弘扬革命精神与家国情怀</a:t>
            </a:r>
          </a:p>
          <a:p>
            <a:pPr/>
            <a:r>
              <a:t>激发新时代青年的责任意识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文化价值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徐州红色文化的重要代表性符号</a:t>
            </a:r>
          </a:p>
          <a:p>
            <a:pPr/>
            <a:r>
              <a:t>连接城市历史文脉与集体记忆</a:t>
            </a:r>
          </a:p>
          <a:p>
            <a:pPr/>
            <a:r>
              <a:t>是爱国主义与革命传统教育的重要载体</a:t>
            </a:r>
          </a:p>
          <a:p>
            <a:pPr/>
            <a:r>
              <a:t>提升公众对历史文化遗产的认同感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适用于思政课、主题团日、研学实践</a:t>
            </a:r>
          </a:p>
          <a:p>
            <a:pPr/>
            <a:r>
              <a:t>帮助学生将历史知识转化为价值认同</a:t>
            </a:r>
          </a:p>
          <a:p>
            <a:pPr/>
            <a:r>
              <a:t>通过实地参观与讲解增强学习体验</a:t>
            </a:r>
          </a:p>
          <a:p>
            <a:pPr/>
            <a:r>
              <a:t>在纪念活动中发挥社会教育功能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淮塔不仅是纪念建筑，更是精神丰碑</a:t>
            </a:r>
          </a:p>
          <a:p>
            <a:pPr/>
            <a:r>
              <a:t>它记录历史、凝聚记忆、传承信念</a:t>
            </a:r>
          </a:p>
          <a:p>
            <a:pPr/>
            <a:r>
              <a:t>我们应铭记先烈、珍惜和平、勇担责任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感谢聆听</a:t>
            </a:r>
          </a:p>
          <a:p>
            <a:pPr/>
            <a:r>
              <a:t>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